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06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1" r:id="rId39"/>
    <p:sldId id="294" r:id="rId40"/>
    <p:sldId id="295" r:id="rId41"/>
    <p:sldId id="296" r:id="rId42"/>
    <p:sldId id="293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dahiwal05@outlook.com" userId="2cce5511c9e3beee" providerId="LiveId" clId="{AAD1F21A-204D-49F3-9591-2E306FC0CAAC}"/>
    <pc:docChg chg="addSld modSld">
      <pc:chgData name="adityadahiwal05@outlook.com" userId="2cce5511c9e3beee" providerId="LiveId" clId="{AAD1F21A-204D-49F3-9591-2E306FC0CAAC}" dt="2026-05-17T14:49:55.913" v="153" actId="22"/>
      <pc:docMkLst>
        <pc:docMk/>
      </pc:docMkLst>
      <pc:sldChg chg="modSp mod">
        <pc:chgData name="adityadahiwal05@outlook.com" userId="2cce5511c9e3beee" providerId="LiveId" clId="{AAD1F21A-204D-49F3-9591-2E306FC0CAAC}" dt="2026-05-16T15:42:17.680" v="29" actId="14100"/>
        <pc:sldMkLst>
          <pc:docMk/>
          <pc:sldMk cId="3637612983" sldId="256"/>
        </pc:sldMkLst>
        <pc:picChg chg="mod">
          <ac:chgData name="adityadahiwal05@outlook.com" userId="2cce5511c9e3beee" providerId="LiveId" clId="{AAD1F21A-204D-49F3-9591-2E306FC0CAAC}" dt="2026-05-16T15:42:17.680" v="29" actId="14100"/>
          <ac:picMkLst>
            <pc:docMk/>
            <pc:sldMk cId="3637612983" sldId="256"/>
            <ac:picMk id="5" creationId="{5226DACA-2AA4-3545-BBA3-F8D6BDCF3037}"/>
          </ac:picMkLst>
        </pc:picChg>
      </pc:sldChg>
      <pc:sldChg chg="modSp mod">
        <pc:chgData name="adityadahiwal05@outlook.com" userId="2cce5511c9e3beee" providerId="LiveId" clId="{AAD1F21A-204D-49F3-9591-2E306FC0CAAC}" dt="2026-05-16T15:42:32.602" v="32" actId="14100"/>
        <pc:sldMkLst>
          <pc:docMk/>
          <pc:sldMk cId="3306056393" sldId="257"/>
        </pc:sldMkLst>
        <pc:picChg chg="mod">
          <ac:chgData name="adityadahiwal05@outlook.com" userId="2cce5511c9e3beee" providerId="LiveId" clId="{AAD1F21A-204D-49F3-9591-2E306FC0CAAC}" dt="2026-05-16T15:42:32.602" v="32" actId="14100"/>
          <ac:picMkLst>
            <pc:docMk/>
            <pc:sldMk cId="3306056393" sldId="257"/>
            <ac:picMk id="3" creationId="{9E4038E2-592F-6BAD-18DA-93E6AFD7F532}"/>
          </ac:picMkLst>
        </pc:picChg>
      </pc:sldChg>
      <pc:sldChg chg="modSp mod">
        <pc:chgData name="adityadahiwal05@outlook.com" userId="2cce5511c9e3beee" providerId="LiveId" clId="{AAD1F21A-204D-49F3-9591-2E306FC0CAAC}" dt="2026-05-16T15:42:46.664" v="35" actId="14100"/>
        <pc:sldMkLst>
          <pc:docMk/>
          <pc:sldMk cId="3333798503" sldId="258"/>
        </pc:sldMkLst>
        <pc:picChg chg="mod">
          <ac:chgData name="adityadahiwal05@outlook.com" userId="2cce5511c9e3beee" providerId="LiveId" clId="{AAD1F21A-204D-49F3-9591-2E306FC0CAAC}" dt="2026-05-16T15:42:46.664" v="35" actId="14100"/>
          <ac:picMkLst>
            <pc:docMk/>
            <pc:sldMk cId="3333798503" sldId="258"/>
            <ac:picMk id="3" creationId="{B949A384-E50D-929B-AC58-CBC46034D248}"/>
          </ac:picMkLst>
        </pc:picChg>
      </pc:sldChg>
      <pc:sldChg chg="modSp mod">
        <pc:chgData name="adityadahiwal05@outlook.com" userId="2cce5511c9e3beee" providerId="LiveId" clId="{AAD1F21A-204D-49F3-9591-2E306FC0CAAC}" dt="2026-05-16T15:43:03.388" v="38" actId="14100"/>
        <pc:sldMkLst>
          <pc:docMk/>
          <pc:sldMk cId="3480431874" sldId="259"/>
        </pc:sldMkLst>
        <pc:picChg chg="mod">
          <ac:chgData name="adityadahiwal05@outlook.com" userId="2cce5511c9e3beee" providerId="LiveId" clId="{AAD1F21A-204D-49F3-9591-2E306FC0CAAC}" dt="2026-05-16T15:43:03.388" v="38" actId="14100"/>
          <ac:picMkLst>
            <pc:docMk/>
            <pc:sldMk cId="3480431874" sldId="259"/>
            <ac:picMk id="3" creationId="{623F9835-CAB6-8673-A4AE-AF15B66AF35F}"/>
          </ac:picMkLst>
        </pc:picChg>
      </pc:sldChg>
      <pc:sldChg chg="modSp mod">
        <pc:chgData name="adityadahiwal05@outlook.com" userId="2cce5511c9e3beee" providerId="LiveId" clId="{AAD1F21A-204D-49F3-9591-2E306FC0CAAC}" dt="2026-05-16T15:43:16.745" v="41" actId="14100"/>
        <pc:sldMkLst>
          <pc:docMk/>
          <pc:sldMk cId="3273587968" sldId="260"/>
        </pc:sldMkLst>
        <pc:picChg chg="mod">
          <ac:chgData name="adityadahiwal05@outlook.com" userId="2cce5511c9e3beee" providerId="LiveId" clId="{AAD1F21A-204D-49F3-9591-2E306FC0CAAC}" dt="2026-05-16T15:43:16.745" v="41" actId="14100"/>
          <ac:picMkLst>
            <pc:docMk/>
            <pc:sldMk cId="3273587968" sldId="260"/>
            <ac:picMk id="3" creationId="{227663A0-DBE5-CB13-46D2-1D14076A9C1C}"/>
          </ac:picMkLst>
        </pc:picChg>
      </pc:sldChg>
      <pc:sldChg chg="modSp mod">
        <pc:chgData name="adityadahiwal05@outlook.com" userId="2cce5511c9e3beee" providerId="LiveId" clId="{AAD1F21A-204D-49F3-9591-2E306FC0CAAC}" dt="2026-05-16T15:43:31.490" v="44" actId="14100"/>
        <pc:sldMkLst>
          <pc:docMk/>
          <pc:sldMk cId="4207960729" sldId="261"/>
        </pc:sldMkLst>
        <pc:picChg chg="mod">
          <ac:chgData name="adityadahiwal05@outlook.com" userId="2cce5511c9e3beee" providerId="LiveId" clId="{AAD1F21A-204D-49F3-9591-2E306FC0CAAC}" dt="2026-05-16T15:43:31.490" v="44" actId="14100"/>
          <ac:picMkLst>
            <pc:docMk/>
            <pc:sldMk cId="4207960729" sldId="261"/>
            <ac:picMk id="3" creationId="{5FDB6C39-9AD7-6BCB-0178-4DA77F2EFE20}"/>
          </ac:picMkLst>
        </pc:picChg>
      </pc:sldChg>
      <pc:sldChg chg="modSp mod">
        <pc:chgData name="adityadahiwal05@outlook.com" userId="2cce5511c9e3beee" providerId="LiveId" clId="{AAD1F21A-204D-49F3-9591-2E306FC0CAAC}" dt="2026-05-16T15:43:43.243" v="47" actId="14100"/>
        <pc:sldMkLst>
          <pc:docMk/>
          <pc:sldMk cId="984025097" sldId="262"/>
        </pc:sldMkLst>
        <pc:picChg chg="mod">
          <ac:chgData name="adityadahiwal05@outlook.com" userId="2cce5511c9e3beee" providerId="LiveId" clId="{AAD1F21A-204D-49F3-9591-2E306FC0CAAC}" dt="2026-05-16T15:43:43.243" v="47" actId="14100"/>
          <ac:picMkLst>
            <pc:docMk/>
            <pc:sldMk cId="984025097" sldId="262"/>
            <ac:picMk id="3" creationId="{50DC1FEF-80D6-8988-0634-3D81BB28EE42}"/>
          </ac:picMkLst>
        </pc:picChg>
      </pc:sldChg>
      <pc:sldChg chg="modSp mod">
        <pc:chgData name="adityadahiwal05@outlook.com" userId="2cce5511c9e3beee" providerId="LiveId" clId="{AAD1F21A-204D-49F3-9591-2E306FC0CAAC}" dt="2026-05-16T15:43:58.338" v="50" actId="14100"/>
        <pc:sldMkLst>
          <pc:docMk/>
          <pc:sldMk cId="1190734960" sldId="263"/>
        </pc:sldMkLst>
        <pc:picChg chg="mod">
          <ac:chgData name="adityadahiwal05@outlook.com" userId="2cce5511c9e3beee" providerId="LiveId" clId="{AAD1F21A-204D-49F3-9591-2E306FC0CAAC}" dt="2026-05-16T15:43:58.338" v="50" actId="14100"/>
          <ac:picMkLst>
            <pc:docMk/>
            <pc:sldMk cId="1190734960" sldId="263"/>
            <ac:picMk id="3" creationId="{DB1817AE-6F80-8ECF-41E8-3CE48654F08B}"/>
          </ac:picMkLst>
        </pc:picChg>
      </pc:sldChg>
      <pc:sldChg chg="modSp mod">
        <pc:chgData name="adityadahiwal05@outlook.com" userId="2cce5511c9e3beee" providerId="LiveId" clId="{AAD1F21A-204D-49F3-9591-2E306FC0CAAC}" dt="2026-05-16T15:44:10.265" v="53" actId="14100"/>
        <pc:sldMkLst>
          <pc:docMk/>
          <pc:sldMk cId="1154132894" sldId="264"/>
        </pc:sldMkLst>
        <pc:picChg chg="mod">
          <ac:chgData name="adityadahiwal05@outlook.com" userId="2cce5511c9e3beee" providerId="LiveId" clId="{AAD1F21A-204D-49F3-9591-2E306FC0CAAC}" dt="2026-05-16T15:44:10.265" v="53" actId="14100"/>
          <ac:picMkLst>
            <pc:docMk/>
            <pc:sldMk cId="1154132894" sldId="264"/>
            <ac:picMk id="3" creationId="{65E26509-B017-62D1-67EA-79D86CBD7E50}"/>
          </ac:picMkLst>
        </pc:picChg>
      </pc:sldChg>
      <pc:sldChg chg="modSp mod">
        <pc:chgData name="adityadahiwal05@outlook.com" userId="2cce5511c9e3beee" providerId="LiveId" clId="{AAD1F21A-204D-49F3-9591-2E306FC0CAAC}" dt="2026-05-16T15:44:20.605" v="56" actId="14100"/>
        <pc:sldMkLst>
          <pc:docMk/>
          <pc:sldMk cId="2807282400" sldId="265"/>
        </pc:sldMkLst>
        <pc:picChg chg="mod">
          <ac:chgData name="adityadahiwal05@outlook.com" userId="2cce5511c9e3beee" providerId="LiveId" clId="{AAD1F21A-204D-49F3-9591-2E306FC0CAAC}" dt="2026-05-16T15:44:20.605" v="56" actId="14100"/>
          <ac:picMkLst>
            <pc:docMk/>
            <pc:sldMk cId="2807282400" sldId="265"/>
            <ac:picMk id="3" creationId="{FB6AA92B-B655-903D-64D1-73F9AB8D7C24}"/>
          </ac:picMkLst>
        </pc:picChg>
      </pc:sldChg>
      <pc:sldChg chg="modSp mod">
        <pc:chgData name="adityadahiwal05@outlook.com" userId="2cce5511c9e3beee" providerId="LiveId" clId="{AAD1F21A-204D-49F3-9591-2E306FC0CAAC}" dt="2026-05-16T15:44:33.764" v="59" actId="14100"/>
        <pc:sldMkLst>
          <pc:docMk/>
          <pc:sldMk cId="4255361273" sldId="266"/>
        </pc:sldMkLst>
        <pc:picChg chg="mod">
          <ac:chgData name="adityadahiwal05@outlook.com" userId="2cce5511c9e3beee" providerId="LiveId" clId="{AAD1F21A-204D-49F3-9591-2E306FC0CAAC}" dt="2026-05-16T15:44:33.764" v="59" actId="14100"/>
          <ac:picMkLst>
            <pc:docMk/>
            <pc:sldMk cId="4255361273" sldId="266"/>
            <ac:picMk id="3" creationId="{BBEBC78B-F6F2-CFA6-BFFC-3195F0593478}"/>
          </ac:picMkLst>
        </pc:picChg>
      </pc:sldChg>
      <pc:sldChg chg="modSp mod">
        <pc:chgData name="adityadahiwal05@outlook.com" userId="2cce5511c9e3beee" providerId="LiveId" clId="{AAD1F21A-204D-49F3-9591-2E306FC0CAAC}" dt="2026-05-16T15:44:57.958" v="62" actId="14100"/>
        <pc:sldMkLst>
          <pc:docMk/>
          <pc:sldMk cId="2558526364" sldId="267"/>
        </pc:sldMkLst>
        <pc:picChg chg="mod">
          <ac:chgData name="adityadahiwal05@outlook.com" userId="2cce5511c9e3beee" providerId="LiveId" clId="{AAD1F21A-204D-49F3-9591-2E306FC0CAAC}" dt="2026-05-16T15:44:57.958" v="62" actId="14100"/>
          <ac:picMkLst>
            <pc:docMk/>
            <pc:sldMk cId="2558526364" sldId="267"/>
            <ac:picMk id="3" creationId="{E402D706-93F2-3392-9777-0436EFAAC2C7}"/>
          </ac:picMkLst>
        </pc:picChg>
      </pc:sldChg>
      <pc:sldChg chg="modSp mod">
        <pc:chgData name="adityadahiwal05@outlook.com" userId="2cce5511c9e3beee" providerId="LiveId" clId="{AAD1F21A-204D-49F3-9591-2E306FC0CAAC}" dt="2026-05-16T15:45:14.063" v="65" actId="14100"/>
        <pc:sldMkLst>
          <pc:docMk/>
          <pc:sldMk cId="2566754329" sldId="268"/>
        </pc:sldMkLst>
        <pc:picChg chg="mod">
          <ac:chgData name="adityadahiwal05@outlook.com" userId="2cce5511c9e3beee" providerId="LiveId" clId="{AAD1F21A-204D-49F3-9591-2E306FC0CAAC}" dt="2026-05-16T15:45:14.063" v="65" actId="14100"/>
          <ac:picMkLst>
            <pc:docMk/>
            <pc:sldMk cId="2566754329" sldId="268"/>
            <ac:picMk id="3" creationId="{0597E7EE-402F-C89E-3032-AC1C383AA61A}"/>
          </ac:picMkLst>
        </pc:picChg>
      </pc:sldChg>
      <pc:sldChg chg="modSp mod">
        <pc:chgData name="adityadahiwal05@outlook.com" userId="2cce5511c9e3beee" providerId="LiveId" clId="{AAD1F21A-204D-49F3-9591-2E306FC0CAAC}" dt="2026-05-16T15:46:14.296" v="68" actId="14100"/>
        <pc:sldMkLst>
          <pc:docMk/>
          <pc:sldMk cId="897021841" sldId="269"/>
        </pc:sldMkLst>
        <pc:picChg chg="mod">
          <ac:chgData name="adityadahiwal05@outlook.com" userId="2cce5511c9e3beee" providerId="LiveId" clId="{AAD1F21A-204D-49F3-9591-2E306FC0CAAC}" dt="2026-05-16T15:46:14.296" v="68" actId="14100"/>
          <ac:picMkLst>
            <pc:docMk/>
            <pc:sldMk cId="897021841" sldId="269"/>
            <ac:picMk id="3" creationId="{44CA96BE-DF96-482B-AC7B-6FF21EDDD4D2}"/>
          </ac:picMkLst>
        </pc:picChg>
      </pc:sldChg>
      <pc:sldChg chg="modSp mod">
        <pc:chgData name="adityadahiwal05@outlook.com" userId="2cce5511c9e3beee" providerId="LiveId" clId="{AAD1F21A-204D-49F3-9591-2E306FC0CAAC}" dt="2026-05-16T15:46:25.556" v="71" actId="14100"/>
        <pc:sldMkLst>
          <pc:docMk/>
          <pc:sldMk cId="3111030945" sldId="270"/>
        </pc:sldMkLst>
        <pc:picChg chg="mod">
          <ac:chgData name="adityadahiwal05@outlook.com" userId="2cce5511c9e3beee" providerId="LiveId" clId="{AAD1F21A-204D-49F3-9591-2E306FC0CAAC}" dt="2026-05-16T15:46:25.556" v="71" actId="14100"/>
          <ac:picMkLst>
            <pc:docMk/>
            <pc:sldMk cId="3111030945" sldId="270"/>
            <ac:picMk id="3" creationId="{245A4863-563F-9C0A-B48F-0119E20F82ED}"/>
          </ac:picMkLst>
        </pc:picChg>
      </pc:sldChg>
      <pc:sldChg chg="modSp mod">
        <pc:chgData name="adityadahiwal05@outlook.com" userId="2cce5511c9e3beee" providerId="LiveId" clId="{AAD1F21A-204D-49F3-9591-2E306FC0CAAC}" dt="2026-05-16T15:46:38.547" v="74" actId="14100"/>
        <pc:sldMkLst>
          <pc:docMk/>
          <pc:sldMk cId="230202749" sldId="271"/>
        </pc:sldMkLst>
        <pc:picChg chg="mod">
          <ac:chgData name="adityadahiwal05@outlook.com" userId="2cce5511c9e3beee" providerId="LiveId" clId="{AAD1F21A-204D-49F3-9591-2E306FC0CAAC}" dt="2026-05-16T15:46:38.547" v="74" actId="14100"/>
          <ac:picMkLst>
            <pc:docMk/>
            <pc:sldMk cId="230202749" sldId="271"/>
            <ac:picMk id="3" creationId="{BE93CBAC-5A9A-2B48-DAAE-20C2C568CFC7}"/>
          </ac:picMkLst>
        </pc:picChg>
      </pc:sldChg>
      <pc:sldChg chg="modSp mod">
        <pc:chgData name="adityadahiwal05@outlook.com" userId="2cce5511c9e3beee" providerId="LiveId" clId="{AAD1F21A-204D-49F3-9591-2E306FC0CAAC}" dt="2026-05-16T15:46:58.304" v="77" actId="14100"/>
        <pc:sldMkLst>
          <pc:docMk/>
          <pc:sldMk cId="966095018" sldId="272"/>
        </pc:sldMkLst>
        <pc:picChg chg="mod">
          <ac:chgData name="adityadahiwal05@outlook.com" userId="2cce5511c9e3beee" providerId="LiveId" clId="{AAD1F21A-204D-49F3-9591-2E306FC0CAAC}" dt="2026-05-16T15:46:58.304" v="77" actId="14100"/>
          <ac:picMkLst>
            <pc:docMk/>
            <pc:sldMk cId="966095018" sldId="272"/>
            <ac:picMk id="3" creationId="{69BD047E-7F61-99C0-E232-C6740A0C2FC9}"/>
          </ac:picMkLst>
        </pc:picChg>
      </pc:sldChg>
      <pc:sldChg chg="modSp mod">
        <pc:chgData name="adityadahiwal05@outlook.com" userId="2cce5511c9e3beee" providerId="LiveId" clId="{AAD1F21A-204D-49F3-9591-2E306FC0CAAC}" dt="2026-05-16T15:47:20.562" v="81" actId="14100"/>
        <pc:sldMkLst>
          <pc:docMk/>
          <pc:sldMk cId="4022563833" sldId="273"/>
        </pc:sldMkLst>
        <pc:picChg chg="mod">
          <ac:chgData name="adityadahiwal05@outlook.com" userId="2cce5511c9e3beee" providerId="LiveId" clId="{AAD1F21A-204D-49F3-9591-2E306FC0CAAC}" dt="2026-05-16T15:47:20.562" v="81" actId="14100"/>
          <ac:picMkLst>
            <pc:docMk/>
            <pc:sldMk cId="4022563833" sldId="273"/>
            <ac:picMk id="3" creationId="{E85B696C-753A-09AD-7C02-D9CAD062AA14}"/>
          </ac:picMkLst>
        </pc:picChg>
      </pc:sldChg>
      <pc:sldChg chg="modSp mod">
        <pc:chgData name="adityadahiwal05@outlook.com" userId="2cce5511c9e3beee" providerId="LiveId" clId="{AAD1F21A-204D-49F3-9591-2E306FC0CAAC}" dt="2026-05-16T15:47:30.556" v="84" actId="14100"/>
        <pc:sldMkLst>
          <pc:docMk/>
          <pc:sldMk cId="3363954748" sldId="274"/>
        </pc:sldMkLst>
        <pc:picChg chg="mod">
          <ac:chgData name="adityadahiwal05@outlook.com" userId="2cce5511c9e3beee" providerId="LiveId" clId="{AAD1F21A-204D-49F3-9591-2E306FC0CAAC}" dt="2026-05-16T15:47:30.556" v="84" actId="14100"/>
          <ac:picMkLst>
            <pc:docMk/>
            <pc:sldMk cId="3363954748" sldId="274"/>
            <ac:picMk id="3" creationId="{1C51F04D-6CD3-845D-5C39-DB3E128E46F9}"/>
          </ac:picMkLst>
        </pc:picChg>
      </pc:sldChg>
      <pc:sldChg chg="modSp mod">
        <pc:chgData name="adityadahiwal05@outlook.com" userId="2cce5511c9e3beee" providerId="LiveId" clId="{AAD1F21A-204D-49F3-9591-2E306FC0CAAC}" dt="2026-05-16T15:47:55.474" v="87" actId="14100"/>
        <pc:sldMkLst>
          <pc:docMk/>
          <pc:sldMk cId="4276776575" sldId="275"/>
        </pc:sldMkLst>
        <pc:picChg chg="mod">
          <ac:chgData name="adityadahiwal05@outlook.com" userId="2cce5511c9e3beee" providerId="LiveId" clId="{AAD1F21A-204D-49F3-9591-2E306FC0CAAC}" dt="2026-05-16T15:47:55.474" v="87" actId="14100"/>
          <ac:picMkLst>
            <pc:docMk/>
            <pc:sldMk cId="4276776575" sldId="275"/>
            <ac:picMk id="3" creationId="{FCC408C1-F0F4-04E8-5A11-13F90CC8B8CF}"/>
          </ac:picMkLst>
        </pc:picChg>
      </pc:sldChg>
      <pc:sldChg chg="modSp mod">
        <pc:chgData name="adityadahiwal05@outlook.com" userId="2cce5511c9e3beee" providerId="LiveId" clId="{AAD1F21A-204D-49F3-9591-2E306FC0CAAC}" dt="2026-05-16T15:48:09.410" v="90" actId="14100"/>
        <pc:sldMkLst>
          <pc:docMk/>
          <pc:sldMk cId="2929271201" sldId="276"/>
        </pc:sldMkLst>
        <pc:picChg chg="mod">
          <ac:chgData name="adityadahiwal05@outlook.com" userId="2cce5511c9e3beee" providerId="LiveId" clId="{AAD1F21A-204D-49F3-9591-2E306FC0CAAC}" dt="2026-05-16T15:48:09.410" v="90" actId="14100"/>
          <ac:picMkLst>
            <pc:docMk/>
            <pc:sldMk cId="2929271201" sldId="276"/>
            <ac:picMk id="3" creationId="{B4A20315-2483-7140-503C-7100C41F4082}"/>
          </ac:picMkLst>
        </pc:picChg>
      </pc:sldChg>
      <pc:sldChg chg="modSp mod">
        <pc:chgData name="adityadahiwal05@outlook.com" userId="2cce5511c9e3beee" providerId="LiveId" clId="{AAD1F21A-204D-49F3-9591-2E306FC0CAAC}" dt="2026-05-16T15:48:25.554" v="93" actId="14100"/>
        <pc:sldMkLst>
          <pc:docMk/>
          <pc:sldMk cId="3558686903" sldId="277"/>
        </pc:sldMkLst>
        <pc:picChg chg="mod">
          <ac:chgData name="adityadahiwal05@outlook.com" userId="2cce5511c9e3beee" providerId="LiveId" clId="{AAD1F21A-204D-49F3-9591-2E306FC0CAAC}" dt="2026-05-16T15:48:25.554" v="93" actId="14100"/>
          <ac:picMkLst>
            <pc:docMk/>
            <pc:sldMk cId="3558686903" sldId="277"/>
            <ac:picMk id="3" creationId="{47066009-4FBD-2C2A-CD59-D92FFC09859F}"/>
          </ac:picMkLst>
        </pc:picChg>
      </pc:sldChg>
      <pc:sldChg chg="modSp mod">
        <pc:chgData name="adityadahiwal05@outlook.com" userId="2cce5511c9e3beee" providerId="LiveId" clId="{AAD1F21A-204D-49F3-9591-2E306FC0CAAC}" dt="2026-05-16T15:48:35.330" v="96" actId="14100"/>
        <pc:sldMkLst>
          <pc:docMk/>
          <pc:sldMk cId="119973135" sldId="278"/>
        </pc:sldMkLst>
        <pc:picChg chg="mod">
          <ac:chgData name="adityadahiwal05@outlook.com" userId="2cce5511c9e3beee" providerId="LiveId" clId="{AAD1F21A-204D-49F3-9591-2E306FC0CAAC}" dt="2026-05-16T15:48:35.330" v="96" actId="14100"/>
          <ac:picMkLst>
            <pc:docMk/>
            <pc:sldMk cId="119973135" sldId="278"/>
            <ac:picMk id="3" creationId="{77918043-4FA7-77E8-EC8E-9F5504CE0D91}"/>
          </ac:picMkLst>
        </pc:picChg>
      </pc:sldChg>
      <pc:sldChg chg="modSp mod">
        <pc:chgData name="adityadahiwal05@outlook.com" userId="2cce5511c9e3beee" providerId="LiveId" clId="{AAD1F21A-204D-49F3-9591-2E306FC0CAAC}" dt="2026-05-16T15:48:45.250" v="99" actId="14100"/>
        <pc:sldMkLst>
          <pc:docMk/>
          <pc:sldMk cId="1591070240" sldId="279"/>
        </pc:sldMkLst>
        <pc:picChg chg="mod">
          <ac:chgData name="adityadahiwal05@outlook.com" userId="2cce5511c9e3beee" providerId="LiveId" clId="{AAD1F21A-204D-49F3-9591-2E306FC0CAAC}" dt="2026-05-16T15:48:45.250" v="99" actId="14100"/>
          <ac:picMkLst>
            <pc:docMk/>
            <pc:sldMk cId="1591070240" sldId="279"/>
            <ac:picMk id="3" creationId="{004814A9-19E0-CBBE-9F7A-581CEB699628}"/>
          </ac:picMkLst>
        </pc:picChg>
      </pc:sldChg>
      <pc:sldChg chg="modSp mod">
        <pc:chgData name="adityadahiwal05@outlook.com" userId="2cce5511c9e3beee" providerId="LiveId" clId="{AAD1F21A-204D-49F3-9591-2E306FC0CAAC}" dt="2026-05-16T15:48:57.262" v="102" actId="14100"/>
        <pc:sldMkLst>
          <pc:docMk/>
          <pc:sldMk cId="4107972253" sldId="280"/>
        </pc:sldMkLst>
        <pc:picChg chg="mod">
          <ac:chgData name="adityadahiwal05@outlook.com" userId="2cce5511c9e3beee" providerId="LiveId" clId="{AAD1F21A-204D-49F3-9591-2E306FC0CAAC}" dt="2026-05-16T15:48:57.262" v="102" actId="14100"/>
          <ac:picMkLst>
            <pc:docMk/>
            <pc:sldMk cId="4107972253" sldId="280"/>
            <ac:picMk id="3" creationId="{1429A21F-FDF3-E4C9-C106-C604E3E5DA46}"/>
          </ac:picMkLst>
        </pc:picChg>
      </pc:sldChg>
      <pc:sldChg chg="modSp mod">
        <pc:chgData name="adityadahiwal05@outlook.com" userId="2cce5511c9e3beee" providerId="LiveId" clId="{AAD1F21A-204D-49F3-9591-2E306FC0CAAC}" dt="2026-05-16T15:49:10.902" v="105" actId="14100"/>
        <pc:sldMkLst>
          <pc:docMk/>
          <pc:sldMk cId="1352080067" sldId="281"/>
        </pc:sldMkLst>
        <pc:picChg chg="mod">
          <ac:chgData name="adityadahiwal05@outlook.com" userId="2cce5511c9e3beee" providerId="LiveId" clId="{AAD1F21A-204D-49F3-9591-2E306FC0CAAC}" dt="2026-05-16T15:49:10.902" v="105" actId="14100"/>
          <ac:picMkLst>
            <pc:docMk/>
            <pc:sldMk cId="1352080067" sldId="281"/>
            <ac:picMk id="3" creationId="{22C7B095-2682-B3DF-558A-9145F02D56C6}"/>
          </ac:picMkLst>
        </pc:picChg>
      </pc:sldChg>
      <pc:sldChg chg="modSp mod">
        <pc:chgData name="adityadahiwal05@outlook.com" userId="2cce5511c9e3beee" providerId="LiveId" clId="{AAD1F21A-204D-49F3-9591-2E306FC0CAAC}" dt="2026-05-16T15:49:21.143" v="108" actId="14100"/>
        <pc:sldMkLst>
          <pc:docMk/>
          <pc:sldMk cId="2163786766" sldId="282"/>
        </pc:sldMkLst>
        <pc:picChg chg="mod">
          <ac:chgData name="adityadahiwal05@outlook.com" userId="2cce5511c9e3beee" providerId="LiveId" clId="{AAD1F21A-204D-49F3-9591-2E306FC0CAAC}" dt="2026-05-16T15:49:21.143" v="108" actId="14100"/>
          <ac:picMkLst>
            <pc:docMk/>
            <pc:sldMk cId="2163786766" sldId="282"/>
            <ac:picMk id="3" creationId="{0735CF90-693A-592C-5258-D2DD9D37C466}"/>
          </ac:picMkLst>
        </pc:picChg>
      </pc:sldChg>
      <pc:sldChg chg="modSp mod">
        <pc:chgData name="adityadahiwal05@outlook.com" userId="2cce5511c9e3beee" providerId="LiveId" clId="{AAD1F21A-204D-49F3-9591-2E306FC0CAAC}" dt="2026-05-16T15:49:34.704" v="111" actId="14100"/>
        <pc:sldMkLst>
          <pc:docMk/>
          <pc:sldMk cId="4155602863" sldId="283"/>
        </pc:sldMkLst>
        <pc:picChg chg="mod">
          <ac:chgData name="adityadahiwal05@outlook.com" userId="2cce5511c9e3beee" providerId="LiveId" clId="{AAD1F21A-204D-49F3-9591-2E306FC0CAAC}" dt="2026-05-16T15:49:34.704" v="111" actId="14100"/>
          <ac:picMkLst>
            <pc:docMk/>
            <pc:sldMk cId="4155602863" sldId="283"/>
            <ac:picMk id="3" creationId="{39698BD5-F524-DA9A-0458-F90037B35622}"/>
          </ac:picMkLst>
        </pc:picChg>
      </pc:sldChg>
      <pc:sldChg chg="modSp mod">
        <pc:chgData name="adityadahiwal05@outlook.com" userId="2cce5511c9e3beee" providerId="LiveId" clId="{AAD1F21A-204D-49F3-9591-2E306FC0CAAC}" dt="2026-05-16T15:49:45.817" v="114" actId="14100"/>
        <pc:sldMkLst>
          <pc:docMk/>
          <pc:sldMk cId="3898310796" sldId="284"/>
        </pc:sldMkLst>
        <pc:picChg chg="mod">
          <ac:chgData name="adityadahiwal05@outlook.com" userId="2cce5511c9e3beee" providerId="LiveId" clId="{AAD1F21A-204D-49F3-9591-2E306FC0CAAC}" dt="2026-05-16T15:49:45.817" v="114" actId="14100"/>
          <ac:picMkLst>
            <pc:docMk/>
            <pc:sldMk cId="3898310796" sldId="284"/>
            <ac:picMk id="3" creationId="{8F6DA49E-69D6-79C2-0B19-7F2E2059B6E0}"/>
          </ac:picMkLst>
        </pc:picChg>
      </pc:sldChg>
      <pc:sldChg chg="modSp mod">
        <pc:chgData name="adityadahiwal05@outlook.com" userId="2cce5511c9e3beee" providerId="LiveId" clId="{AAD1F21A-204D-49F3-9591-2E306FC0CAAC}" dt="2026-05-16T15:49:57.265" v="117" actId="14100"/>
        <pc:sldMkLst>
          <pc:docMk/>
          <pc:sldMk cId="958891959" sldId="285"/>
        </pc:sldMkLst>
        <pc:picChg chg="mod">
          <ac:chgData name="adityadahiwal05@outlook.com" userId="2cce5511c9e3beee" providerId="LiveId" clId="{AAD1F21A-204D-49F3-9591-2E306FC0CAAC}" dt="2026-05-16T15:49:57.265" v="117" actId="14100"/>
          <ac:picMkLst>
            <pc:docMk/>
            <pc:sldMk cId="958891959" sldId="285"/>
            <ac:picMk id="3" creationId="{536C3413-B920-4CE2-2903-C5FA0D40B998}"/>
          </ac:picMkLst>
        </pc:picChg>
      </pc:sldChg>
      <pc:sldChg chg="modSp mod">
        <pc:chgData name="adityadahiwal05@outlook.com" userId="2cce5511c9e3beee" providerId="LiveId" clId="{AAD1F21A-204D-49F3-9591-2E306FC0CAAC}" dt="2026-05-16T15:50:11.172" v="120" actId="14100"/>
        <pc:sldMkLst>
          <pc:docMk/>
          <pc:sldMk cId="102390918" sldId="286"/>
        </pc:sldMkLst>
        <pc:picChg chg="mod">
          <ac:chgData name="adityadahiwal05@outlook.com" userId="2cce5511c9e3beee" providerId="LiveId" clId="{AAD1F21A-204D-49F3-9591-2E306FC0CAAC}" dt="2026-05-16T15:50:11.172" v="120" actId="14100"/>
          <ac:picMkLst>
            <pc:docMk/>
            <pc:sldMk cId="102390918" sldId="286"/>
            <ac:picMk id="3" creationId="{F93EC4B1-E9D9-8E98-55F9-77A677716598}"/>
          </ac:picMkLst>
        </pc:picChg>
      </pc:sldChg>
      <pc:sldChg chg="modSp mod">
        <pc:chgData name="adityadahiwal05@outlook.com" userId="2cce5511c9e3beee" providerId="LiveId" clId="{AAD1F21A-204D-49F3-9591-2E306FC0CAAC}" dt="2026-05-16T15:50:23.466" v="123" actId="14100"/>
        <pc:sldMkLst>
          <pc:docMk/>
          <pc:sldMk cId="2777025331" sldId="287"/>
        </pc:sldMkLst>
        <pc:picChg chg="mod">
          <ac:chgData name="adityadahiwal05@outlook.com" userId="2cce5511c9e3beee" providerId="LiveId" clId="{AAD1F21A-204D-49F3-9591-2E306FC0CAAC}" dt="2026-05-16T15:50:23.466" v="123" actId="14100"/>
          <ac:picMkLst>
            <pc:docMk/>
            <pc:sldMk cId="2777025331" sldId="287"/>
            <ac:picMk id="3" creationId="{95F0AE64-2045-958B-8721-950DF1970782}"/>
          </ac:picMkLst>
        </pc:picChg>
      </pc:sldChg>
      <pc:sldChg chg="modSp mod">
        <pc:chgData name="adityadahiwal05@outlook.com" userId="2cce5511c9e3beee" providerId="LiveId" clId="{AAD1F21A-204D-49F3-9591-2E306FC0CAAC}" dt="2026-05-16T15:50:36.058" v="126" actId="14100"/>
        <pc:sldMkLst>
          <pc:docMk/>
          <pc:sldMk cId="1945065616" sldId="288"/>
        </pc:sldMkLst>
        <pc:picChg chg="mod">
          <ac:chgData name="adityadahiwal05@outlook.com" userId="2cce5511c9e3beee" providerId="LiveId" clId="{AAD1F21A-204D-49F3-9591-2E306FC0CAAC}" dt="2026-05-16T15:50:36.058" v="126" actId="14100"/>
          <ac:picMkLst>
            <pc:docMk/>
            <pc:sldMk cId="1945065616" sldId="288"/>
            <ac:picMk id="3" creationId="{75443003-54F1-CDE8-D495-79E2512B1D96}"/>
          </ac:picMkLst>
        </pc:picChg>
      </pc:sldChg>
      <pc:sldChg chg="modSp mod">
        <pc:chgData name="adityadahiwal05@outlook.com" userId="2cce5511c9e3beee" providerId="LiveId" clId="{AAD1F21A-204D-49F3-9591-2E306FC0CAAC}" dt="2026-05-16T15:50:49.425" v="129" actId="14100"/>
        <pc:sldMkLst>
          <pc:docMk/>
          <pc:sldMk cId="53703112" sldId="289"/>
        </pc:sldMkLst>
        <pc:picChg chg="mod">
          <ac:chgData name="adityadahiwal05@outlook.com" userId="2cce5511c9e3beee" providerId="LiveId" clId="{AAD1F21A-204D-49F3-9591-2E306FC0CAAC}" dt="2026-05-16T15:50:49.425" v="129" actId="14100"/>
          <ac:picMkLst>
            <pc:docMk/>
            <pc:sldMk cId="53703112" sldId="289"/>
            <ac:picMk id="3" creationId="{3108D6C4-73D6-AA10-C1E6-869A97531726}"/>
          </ac:picMkLst>
        </pc:picChg>
      </pc:sldChg>
      <pc:sldChg chg="modSp mod">
        <pc:chgData name="adityadahiwal05@outlook.com" userId="2cce5511c9e3beee" providerId="LiveId" clId="{AAD1F21A-204D-49F3-9591-2E306FC0CAAC}" dt="2026-05-16T15:51:00.487" v="132" actId="14100"/>
        <pc:sldMkLst>
          <pc:docMk/>
          <pc:sldMk cId="2833378137" sldId="290"/>
        </pc:sldMkLst>
        <pc:picChg chg="mod">
          <ac:chgData name="adityadahiwal05@outlook.com" userId="2cce5511c9e3beee" providerId="LiveId" clId="{AAD1F21A-204D-49F3-9591-2E306FC0CAAC}" dt="2026-05-16T15:51:00.487" v="132" actId="14100"/>
          <ac:picMkLst>
            <pc:docMk/>
            <pc:sldMk cId="2833378137" sldId="290"/>
            <ac:picMk id="3" creationId="{D9EF9A80-E6CC-6204-0FF7-E0E6A28AD3D9}"/>
          </ac:picMkLst>
        </pc:picChg>
      </pc:sldChg>
      <pc:sldChg chg="modSp mod">
        <pc:chgData name="adityadahiwal05@outlook.com" userId="2cce5511c9e3beee" providerId="LiveId" clId="{AAD1F21A-204D-49F3-9591-2E306FC0CAAC}" dt="2026-05-16T15:52:00.441" v="139" actId="14100"/>
        <pc:sldMkLst>
          <pc:docMk/>
          <pc:sldMk cId="3369961640" sldId="291"/>
        </pc:sldMkLst>
        <pc:picChg chg="mod">
          <ac:chgData name="adityadahiwal05@outlook.com" userId="2cce5511c9e3beee" providerId="LiveId" clId="{AAD1F21A-204D-49F3-9591-2E306FC0CAAC}" dt="2026-05-16T15:52:00.441" v="139" actId="14100"/>
          <ac:picMkLst>
            <pc:docMk/>
            <pc:sldMk cId="3369961640" sldId="291"/>
            <ac:picMk id="3" creationId="{3C1B9042-3DCF-B0A9-8332-6337A94F5C95}"/>
          </ac:picMkLst>
        </pc:picChg>
      </pc:sldChg>
      <pc:sldChg chg="modSp mod">
        <pc:chgData name="adityadahiwal05@outlook.com" userId="2cce5511c9e3beee" providerId="LiveId" clId="{AAD1F21A-204D-49F3-9591-2E306FC0CAAC}" dt="2026-05-16T15:51:19.236" v="136" actId="14100"/>
        <pc:sldMkLst>
          <pc:docMk/>
          <pc:sldMk cId="2343776409" sldId="292"/>
        </pc:sldMkLst>
        <pc:picChg chg="mod">
          <ac:chgData name="adityadahiwal05@outlook.com" userId="2cce5511c9e3beee" providerId="LiveId" clId="{AAD1F21A-204D-49F3-9591-2E306FC0CAAC}" dt="2026-05-16T15:51:19.236" v="136" actId="14100"/>
          <ac:picMkLst>
            <pc:docMk/>
            <pc:sldMk cId="2343776409" sldId="292"/>
            <ac:picMk id="3" creationId="{A7C6A1F8-C758-80D9-D3A5-DE80B461C0A1}"/>
          </ac:picMkLst>
        </pc:picChg>
      </pc:sldChg>
      <pc:sldChg chg="modSp mod">
        <pc:chgData name="adityadahiwal05@outlook.com" userId="2cce5511c9e3beee" providerId="LiveId" clId="{AAD1F21A-204D-49F3-9591-2E306FC0CAAC}" dt="2026-05-16T15:52:41.818" v="151" actId="14100"/>
        <pc:sldMkLst>
          <pc:docMk/>
          <pc:sldMk cId="1084134968" sldId="293"/>
        </pc:sldMkLst>
        <pc:picChg chg="mod">
          <ac:chgData name="adityadahiwal05@outlook.com" userId="2cce5511c9e3beee" providerId="LiveId" clId="{AAD1F21A-204D-49F3-9591-2E306FC0CAAC}" dt="2026-05-16T15:52:41.818" v="151" actId="14100"/>
          <ac:picMkLst>
            <pc:docMk/>
            <pc:sldMk cId="1084134968" sldId="293"/>
            <ac:picMk id="3" creationId="{2F3C60EA-0C82-7E75-6F19-C9D3DFDF5B58}"/>
          </ac:picMkLst>
        </pc:picChg>
      </pc:sldChg>
      <pc:sldChg chg="modSp mod">
        <pc:chgData name="adityadahiwal05@outlook.com" userId="2cce5511c9e3beee" providerId="LiveId" clId="{AAD1F21A-204D-49F3-9591-2E306FC0CAAC}" dt="2026-05-16T15:52:10.576" v="142" actId="14100"/>
        <pc:sldMkLst>
          <pc:docMk/>
          <pc:sldMk cId="2516282448" sldId="294"/>
        </pc:sldMkLst>
        <pc:picChg chg="mod">
          <ac:chgData name="adityadahiwal05@outlook.com" userId="2cce5511c9e3beee" providerId="LiveId" clId="{AAD1F21A-204D-49F3-9591-2E306FC0CAAC}" dt="2026-05-16T15:52:10.576" v="142" actId="14100"/>
          <ac:picMkLst>
            <pc:docMk/>
            <pc:sldMk cId="2516282448" sldId="294"/>
            <ac:picMk id="3" creationId="{EB874ADA-08FC-9A88-F9A9-951F8C67DE64}"/>
          </ac:picMkLst>
        </pc:picChg>
      </pc:sldChg>
      <pc:sldChg chg="modSp mod">
        <pc:chgData name="adityadahiwal05@outlook.com" userId="2cce5511c9e3beee" providerId="LiveId" clId="{AAD1F21A-204D-49F3-9591-2E306FC0CAAC}" dt="2026-05-16T15:52:21.569" v="145" actId="14100"/>
        <pc:sldMkLst>
          <pc:docMk/>
          <pc:sldMk cId="3252470774" sldId="295"/>
        </pc:sldMkLst>
        <pc:picChg chg="mod">
          <ac:chgData name="adityadahiwal05@outlook.com" userId="2cce5511c9e3beee" providerId="LiveId" clId="{AAD1F21A-204D-49F3-9591-2E306FC0CAAC}" dt="2026-05-16T15:52:21.569" v="145" actId="14100"/>
          <ac:picMkLst>
            <pc:docMk/>
            <pc:sldMk cId="3252470774" sldId="295"/>
            <ac:picMk id="3" creationId="{B6505029-3059-80B5-0274-93AA9ED6D52F}"/>
          </ac:picMkLst>
        </pc:picChg>
      </pc:sldChg>
      <pc:sldChg chg="modSp mod">
        <pc:chgData name="adityadahiwal05@outlook.com" userId="2cce5511c9e3beee" providerId="LiveId" clId="{AAD1F21A-204D-49F3-9591-2E306FC0CAAC}" dt="2026-05-16T15:52:31.122" v="148" actId="14100"/>
        <pc:sldMkLst>
          <pc:docMk/>
          <pc:sldMk cId="2077472092" sldId="296"/>
        </pc:sldMkLst>
        <pc:picChg chg="mod">
          <ac:chgData name="adityadahiwal05@outlook.com" userId="2cce5511c9e3beee" providerId="LiveId" clId="{AAD1F21A-204D-49F3-9591-2E306FC0CAAC}" dt="2026-05-16T15:52:31.122" v="148" actId="14100"/>
          <ac:picMkLst>
            <pc:docMk/>
            <pc:sldMk cId="2077472092" sldId="296"/>
            <ac:picMk id="3" creationId="{09999934-EFDD-42E6-4F4A-E542AAFE90E8}"/>
          </ac:picMkLst>
        </pc:picChg>
      </pc:sldChg>
      <pc:sldChg chg="addSp modSp new mod">
        <pc:chgData name="adityadahiwal05@outlook.com" userId="2cce5511c9e3beee" providerId="LiveId" clId="{AAD1F21A-204D-49F3-9591-2E306FC0CAAC}" dt="2026-05-15T15:30:37.051" v="8" actId="14100"/>
        <pc:sldMkLst>
          <pc:docMk/>
          <pc:sldMk cId="2393216587" sldId="301"/>
        </pc:sldMkLst>
        <pc:picChg chg="add mod">
          <ac:chgData name="adityadahiwal05@outlook.com" userId="2cce5511c9e3beee" providerId="LiveId" clId="{AAD1F21A-204D-49F3-9591-2E306FC0CAAC}" dt="2026-05-15T15:30:37.051" v="8" actId="14100"/>
          <ac:picMkLst>
            <pc:docMk/>
            <pc:sldMk cId="2393216587" sldId="301"/>
            <ac:picMk id="3" creationId="{41B40AEA-29E2-DB78-F9DD-E208772C04B5}"/>
          </ac:picMkLst>
        </pc:picChg>
      </pc:sldChg>
      <pc:sldChg chg="addSp modSp new mod">
        <pc:chgData name="adityadahiwal05@outlook.com" userId="2cce5511c9e3beee" providerId="LiveId" clId="{AAD1F21A-204D-49F3-9591-2E306FC0CAAC}" dt="2026-05-15T15:30:59.929" v="12" actId="14100"/>
        <pc:sldMkLst>
          <pc:docMk/>
          <pc:sldMk cId="2879739174" sldId="302"/>
        </pc:sldMkLst>
        <pc:picChg chg="add mod">
          <ac:chgData name="adityadahiwal05@outlook.com" userId="2cce5511c9e3beee" providerId="LiveId" clId="{AAD1F21A-204D-49F3-9591-2E306FC0CAAC}" dt="2026-05-15T15:30:59.929" v="12" actId="14100"/>
          <ac:picMkLst>
            <pc:docMk/>
            <pc:sldMk cId="2879739174" sldId="302"/>
            <ac:picMk id="3" creationId="{B3C31E58-5038-A9E9-5C67-826C229A2C7E}"/>
          </ac:picMkLst>
        </pc:picChg>
      </pc:sldChg>
      <pc:sldChg chg="addSp modSp new mod">
        <pc:chgData name="adityadahiwal05@outlook.com" userId="2cce5511c9e3beee" providerId="LiveId" clId="{AAD1F21A-204D-49F3-9591-2E306FC0CAAC}" dt="2026-05-15T15:31:18.281" v="16" actId="14100"/>
        <pc:sldMkLst>
          <pc:docMk/>
          <pc:sldMk cId="3399406810" sldId="303"/>
        </pc:sldMkLst>
        <pc:picChg chg="add mod">
          <ac:chgData name="adityadahiwal05@outlook.com" userId="2cce5511c9e3beee" providerId="LiveId" clId="{AAD1F21A-204D-49F3-9591-2E306FC0CAAC}" dt="2026-05-15T15:31:18.281" v="16" actId="14100"/>
          <ac:picMkLst>
            <pc:docMk/>
            <pc:sldMk cId="3399406810" sldId="303"/>
            <ac:picMk id="3" creationId="{DF1F073F-F41B-3023-550F-72626EDD1A3B}"/>
          </ac:picMkLst>
        </pc:picChg>
      </pc:sldChg>
      <pc:sldChg chg="addSp modSp new mod">
        <pc:chgData name="adityadahiwal05@outlook.com" userId="2cce5511c9e3beee" providerId="LiveId" clId="{AAD1F21A-204D-49F3-9591-2E306FC0CAAC}" dt="2026-05-15T15:31:48.166" v="21" actId="14100"/>
        <pc:sldMkLst>
          <pc:docMk/>
          <pc:sldMk cId="3913307365" sldId="304"/>
        </pc:sldMkLst>
        <pc:picChg chg="add mod">
          <ac:chgData name="adityadahiwal05@outlook.com" userId="2cce5511c9e3beee" providerId="LiveId" clId="{AAD1F21A-204D-49F3-9591-2E306FC0CAAC}" dt="2026-05-15T15:31:48.166" v="21" actId="14100"/>
          <ac:picMkLst>
            <pc:docMk/>
            <pc:sldMk cId="3913307365" sldId="304"/>
            <ac:picMk id="3" creationId="{51B48213-56F9-6855-CC89-C3668D01C0E4}"/>
          </ac:picMkLst>
        </pc:picChg>
      </pc:sldChg>
      <pc:sldChg chg="addSp modSp new mod">
        <pc:chgData name="adityadahiwal05@outlook.com" userId="2cce5511c9e3beee" providerId="LiveId" clId="{AAD1F21A-204D-49F3-9591-2E306FC0CAAC}" dt="2026-05-15T15:32:07.526" v="25" actId="14100"/>
        <pc:sldMkLst>
          <pc:docMk/>
          <pc:sldMk cId="1700767699" sldId="305"/>
        </pc:sldMkLst>
        <pc:picChg chg="add mod">
          <ac:chgData name="adityadahiwal05@outlook.com" userId="2cce5511c9e3beee" providerId="LiveId" clId="{AAD1F21A-204D-49F3-9591-2E306FC0CAAC}" dt="2026-05-15T15:32:07.526" v="25" actId="14100"/>
          <ac:picMkLst>
            <pc:docMk/>
            <pc:sldMk cId="1700767699" sldId="305"/>
            <ac:picMk id="3" creationId="{8331AEA6-5097-C40D-1718-A3F13EBEA5D8}"/>
          </ac:picMkLst>
        </pc:picChg>
      </pc:sldChg>
      <pc:sldChg chg="addSp new mod">
        <pc:chgData name="adityadahiwal05@outlook.com" userId="2cce5511c9e3beee" providerId="LiveId" clId="{AAD1F21A-204D-49F3-9591-2E306FC0CAAC}" dt="2026-05-17T14:49:55.913" v="153" actId="22"/>
        <pc:sldMkLst>
          <pc:docMk/>
          <pc:sldMk cId="3021856943" sldId="306"/>
        </pc:sldMkLst>
        <pc:picChg chg="add">
          <ac:chgData name="adityadahiwal05@outlook.com" userId="2cce5511c9e3beee" providerId="LiveId" clId="{AAD1F21A-204D-49F3-9591-2E306FC0CAAC}" dt="2026-05-17T14:49:55.913" v="153" actId="22"/>
          <ac:picMkLst>
            <pc:docMk/>
            <pc:sldMk cId="3021856943" sldId="306"/>
            <ac:picMk id="3" creationId="{777675D2-0CD3-823F-862D-FE4EB55079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665D3-9CEF-4ED2-86B7-943C21BC871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0C85A-1835-44C5-BE45-9A03E0341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404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0C85A-1835-44C5-BE45-9A03E034198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855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0C85A-1835-44C5-BE45-9A03E034198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97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0C85A-1835-44C5-BE45-9A03E0341982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002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0C85A-1835-44C5-BE45-9A03E0341982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791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0C85A-1835-44C5-BE45-9A03E0341982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2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59259-A7E4-4E37-26A4-D861080DF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5E07C-D456-C098-B87C-62603238D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CE29-D3DC-E8D1-B867-69BD0193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5E79-D0C2-92CB-76D7-9B4C298D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F3E63-40BA-7222-0DDF-9B31E3F3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94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AC90-B7A6-E5B4-D323-A3A371E9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68D4-695A-A981-C54F-7E8314EF0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BFBA2-1020-F8CB-B329-4DC5BF97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3F7A-9331-3B33-F1BD-09C7C1A5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DA522-90E4-35D5-2406-303A2F18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72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D159-21AA-4EB1-E95C-3BFBA671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AE7FA-4A5B-F212-28AE-76D1ADC66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41B69-0099-DEC1-40CE-B47CD711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B6AD1-03C5-BAE3-C67C-77355E43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70AE6-EF91-1BE8-FC51-DCC5B9B2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72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31C1-249C-1449-DB59-D160D1CA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7154-535B-D0B3-376C-32BAD117E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44934-1978-02A5-9005-2C30C553D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95BB4-2BE6-961D-7506-6F41DBD7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B4C3B-BD5F-806E-4682-8ECE926C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F0C38-6BC7-E079-A974-2568A97D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7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3997-548B-0D16-2902-FFD174F5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8BB71-8B40-BD0B-2B50-F4A604425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E9DBC-FCAB-444A-EF31-95A6183BD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F286A-C590-50A3-D32B-7B9F03721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EA6ED-2012-7662-16AE-2F3096D19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187B3-94BE-A848-6D4C-51FC668C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2E5DA-9968-790A-2A53-259D6284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4BE09-10FC-0D82-DB45-B1EB3E81B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6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AC36-4590-D7D6-8AA5-10F941E2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387E9-2863-264E-2CD8-6025DBE6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68EA1-A97F-9B5F-3F4E-7493022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6A436-F031-3547-CFAF-7E58636E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98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80D42-94D6-803E-98B2-40206656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737BE-0FA2-C6A5-D193-C40E3C63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8F731-456C-F10F-CD84-8400F73C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42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91F5-7127-FCE5-B27E-71FF9226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4077-5BBF-8CA3-35AA-5F6AE081D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A4BC3-E649-669D-A5A0-1395DA103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2A386-88F1-8EA4-8218-3FB03C4D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D4564-4E5D-12C5-3E31-F38785EF1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55BF8-E064-5563-C23F-589A0951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97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BAE5-224F-031F-2EF3-45B582E8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B1D9C-7A00-4C11-D034-266BD9075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74D38-4123-844D-F66F-1FC43E03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93E17-07AF-7218-E583-4F6C56A8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FE230-5E68-03F8-6AF9-4153A778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BB48E-4C31-3F38-7E88-E4B35D41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74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BB3D-CFAB-A96D-6669-5D20EB03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9C1C1-B6A7-B67C-8DF1-02B97378B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5493E-EF4D-A5F1-44F4-686F4A04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C0CE9-D509-416D-5EB4-23B7502F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805ED-0216-0C43-3998-BBE4E9FF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4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93BBF-9199-AE15-2B1A-5C6F81C09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43904-1CE7-5BAF-A7EE-FE784F7D9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430E0-2E25-5705-AED6-C3B3D620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96670-89F1-BE61-2284-E0C02673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7C48-950D-531E-935A-3A60E0E3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17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B5C6C-42C9-CCA0-E9CD-7E7E3DA2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23DA9-3B8E-ED9C-9887-659209DD6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F62F-03A9-DC54-A0B0-4FA912F2D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4FD70-5826-4538-A302-CD2EB2AA8F4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BA11F-F396-07A5-09E7-152B26144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DE1D3-025D-8578-4101-BEFDF7ABD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96634-3A4D-4F77-8258-BA5788BD7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4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BE92-6355-8EB3-56A5-E1E20FC828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431EA-133C-DD97-6BE4-47D11B37F1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6DACA-2AA4-3545-BBA3-F8D6BDCF3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2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1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038E2-592F-6BAD-18DA-93E6AFD7F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1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56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49A384-E50D-929B-AC58-CBC46034D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9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3F9835-CAB6-8673-A4AE-AF15B66AF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3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663A0-DBE5-CB13-46D2-1D14076A9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4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8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B6C39-9AD7-6BCB-0178-4DA77F2EF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60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C1FEF-80D6-8988-0634-3D81BB28E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25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1817AE-6F80-8ECF-41E8-3CE48654F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3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26509-B017-62D1-67EA-79D86CBD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3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AA92B-B655-903D-64D1-73F9AB8D7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8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EBC78B-F6F2-CFA6-BFFC-3195F0593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6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2D706-93F2-3392-9777-0436EFAAC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26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7E7EE-402F-C89E-3032-AC1C383AA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54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A96BE-DF96-482B-AC7B-6FF21EDDD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21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A4863-563F-9C0A-B48F-0119E20F8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3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3CBAC-5A9A-2B48-DAAE-20C2C568C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2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BD047E-7F61-99C0-E232-C6740A0C2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95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675D2-0CD3-823F-862D-FE4EB550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56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B696C-753A-09AD-7C02-D9CAD062A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3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1F04D-6CD3-845D-5C39-DB3E128E4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54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408C1-F0F4-04E8-5A11-13F90CC8B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76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20315-2483-7140-503C-7100C41F4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71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066009-4FBD-2C2A-CD59-D92FFC098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86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18043-4FA7-77E8-EC8E-9F5504CE0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3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814A9-19E0-CBBE-9F7A-581CEB699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70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9A21F-FDF3-E4C9-C106-C604E3E5D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72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7B095-2682-B3DF-558A-9145F02D5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80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5CF90-693A-592C-5258-D2DD9D37C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86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98BD5-F524-DA9A-0458-F90037B35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02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6DA49E-69D6-79C2-0B19-7F2E2059B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10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6C3413-B920-4CE2-2903-C5FA0D40B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91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EC4B1-E9D9-8E98-55F9-77A677716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0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0AE64-2045-958B-8721-950DF1970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25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43003-54F1-CDE8-D495-79E2512B1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65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8D6C4-73D6-AA10-C1E6-869A97531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3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F9A80-E6CC-6204-0FF7-E0E6A28AD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78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6A1F8-C758-80D9-D3A5-DE80B461C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76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B9042-3DCF-B0A9-8332-6337A94F5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61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874ADA-08FC-9A88-F9A9-951F8C67D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82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05029-3059-80B5-0274-93AA9ED6D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707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99934-EFDD-42E6-4F4A-E542AAFE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72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C60EA-0C82-7E75-6F19-C9D3DFDF5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34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10232-F402-FA53-BA96-4ADCF38A5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" y="4284"/>
            <a:ext cx="12165123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65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1D48D-BA7D-4A7B-1B95-497334D92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" y="13811"/>
            <a:ext cx="12155596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54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927D3-9642-CD96-0B61-B9864A20C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" y="9047"/>
            <a:ext cx="12146070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531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6225B-C596-82A5-ECA8-1ED4923CC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" y="13811"/>
            <a:ext cx="12165123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20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B40AEA-29E2-DB78-F9DD-E208772C0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165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31E58-5038-A9E9-5C67-826C229A2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391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F073F-F41B-3023-550F-72626EDD1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068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B48213-56F9-6855-CC89-C3668D01C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07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1AEA6-5097-C40D-1718-A3F13EBEA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6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</Words>
  <Application>Microsoft Office PowerPoint</Application>
  <PresentationFormat>Widescreen</PresentationFormat>
  <Paragraphs>5</Paragraphs>
  <Slides>51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adityadahiwal05@outlook.com</dc:creator>
  <cp:lastModifiedBy>adityadahiwal05@outlook.com</cp:lastModifiedBy>
  <cp:revision>6</cp:revision>
  <dcterms:created xsi:type="dcterms:W3CDTF">2025-01-16T16:42:50Z</dcterms:created>
  <dcterms:modified xsi:type="dcterms:W3CDTF">2026-05-17T14:50:06Z</dcterms:modified>
</cp:coreProperties>
</file>